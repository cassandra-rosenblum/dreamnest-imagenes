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— 0:30] Primera frase, para que quede claro quién habla y desde dónde: «Soy Cassandra, de Dream Nest. Somos estrategas financieros e hipotecarios en España, regulados por el Banco de España.» Y después: «En 20 minutos quiero que se lleven una idea: cuando un cliente les diga España, ya saben a quién llamar.»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— 1:30] Manos arriba: «¿A cuántos les ha dicho un cliente "estamos pensando en España"?» Y luego: «¿Quién supo exactamente qué contestar?» Ríete con la sala. Ese hueco es la oportunidad: ahí entro yo.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 — 3:00] «Why Spain?» Pregúntalo a la sala primero y deja que contesten. Luego las seis razones, una frase cada una, con tu experiencia: luz y vida en la calle; sanidad y colegios internacionales; cultura y el español; Europa a la puerta con el euro y Schengen; un marco seguro y regulado; un país que mira al futuro. Cierra con la línea amarilla: «La respuesta de su cliente, vivir o tener, cambia toda la estrategia. Y ahí entro yo.» Sin cifras.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 — 4:00] Hazlo juego: «¿Cuál es su cliente? Manos arriba para VIVIR… manos arriba para TENER.» Explica que la primera pregunta que hacemos no es «¿qué vivienda?» sino «¿vivir o tener?», porque el uso de la vivienda cambia la estrategia: vivienda habitual o segunda residencia. Para el banco es lo que mueve el criterio, y no mucho. La residencia y los visados son un proyecto aparte, con sus profesionales y trámites, en paralelo. El mismo piso en Valencia, dos estrategias distintas.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 — 4:15] «Esto lo tienen que ver en su móvil, ahora.» Pide que escaneen el QR: es el mapa interactivo de la web, con una foto real en cada provincia. Cuenta una o dos zonas que te encanten, en una frase cada una. «Cuando su cliente no sabe dónde, empezamos por aquí.» Sin precios.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 — 5:30] Tu historia en 60 segundos, no más: americana de San Francisco, en España desde adolescente, veinte años en banca hipotecaria. «Conozco las dos orillas de la mesa.» Y el equipo detrás: regulado por el Banco de España, E156. Puente al bloque 3: «Y aquí es donde entra la estrategia financiera.»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 — 6:00] La frase que se llevan: «España no es difícil. Es diferente.» Las sorpresas vienen de suponer que España sigue el guion americano. Puente: «Les enseño solo tres diferencias que pueden costarle a su cliente la casa.»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[6:00 — 7:30] Diferencia 1, el orden. Seis pasos que se saben de memoria frente a once palabras nuevas. Explica SOLO dos: las arras (comprometen dinero, a veces antes de que el banco diga nada) y la FEIN (la oferta vinculante). «Aquí es donde un cliente pierde dinero si nadie le avisa. Llámenme ANTES de firmar arras.»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[7:30 — 9:15] Diferencia 2, el mito: «Con pasaporte o visado la hipoteca es más fácil.» No. El banco mira estabilidad y el uso de la vivienda. Para el banco, residente es quien ya vive aquí, y si cambia de trabajo vuelve a necesitar 2-3 años fiscales. Muchas veces lo inteligente es comprar e hipotecar ANTES de mudarse. «Esto es estrategia, y es lo que hago.» ⚠️ LCCI/Orden EHA/2899/2011 — se menciona financiación.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[9:15 — 10:15] «Si hoy hacen foto a una diapositiva, que sea esta.» Cinco cifras que mira un banco: hasta ~80% vivienda habitual en muchos casos, ~70% segunda residencia e inversión, endeudamiento 30–35%, plazo 20–25 años, edad máxima 75–80 al terminar. Referencias generales; cada banco decide. Puente: «Ahora vamos a ver cuánto dinero hace falta de verdad.» ⚠️ LCCI/Orden EHA/2899/2011 — verificar antes de publicar.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[10:15 — 12:00] Diferencia 3, el dinero. Pregunta antes de enseñar: «¿Cuánto dinero tiene que tener listo su cliente para una casa de 500.000 €?» Luego el desglose: unos 223.400 € con el colchón del 5%. «Esta cuenta la hago con cada cliente antes de que se enamore de una casa.» Di que es un ejemplo ilustrativo, no una oferta. ⚠️ LCCI/Orden EHA/2899/2011 — tipo y cuota ilustrativos, sin TAE.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[12:00 — 13:30] Juego rápido: lee dos o tres frases con la voz del cliente y que la sala grite «¡NO!». La buena noticia: todo tiene arreglo si alguien lo detecta antes de firmar. «Ese alguien soy yo.»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— 15:00] Céntrate en el negocio principal. Para ustedes: aterrizamos el proyecto de su cliente y le decimos qué es realista antes de comprometerse; definimos su estrategia financiera e hipotecaria; coordinamos a todas las partes hasta la firma; y les mantenemos informados sin compartir sus finanzas. Los profesionales de confianza, solo de pasada: «y si los necesitan, se los presentamos». Para su cliente: estudio preliminar, estrategia y negociación con los bancos, coordinación hasta las llaves y acompañamiento después. Cierra con la línea amarilla: «Nuestro centro es la estrategia financiera de su cliente. Todo lo demás, coordinado.» ⚠️ LCCI/Orden EHA/2899/2011 — no mencionar tipos ni cuotas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[15:00 — 15:45] El corazón para este público: «Su cliente sigue siendo su cliente aunque cruce el Atlántico. Ustedes siguen siendo su persona de confianza; yo soy su equipo en España.» Mira a la sala.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[15:45 — 17:00] Cómo trabajamos juntos: presentan un cliente en segundos desde la app, ven cómo avanza y nosotros nos ocupamos de España. Línea roja: nunca compartimos las finanzas de su cliente. Pantallas reales, datos de demostración.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[17:00 — 17:45] Resumen del bloque 3, justo antes de la llamada a la acción. «La transacción inmobiliaria es suya.» Ustedes llevan la relación con el cliente y la operación inmobiliaria, con su inmobiliaria en España; si no la tienen, se la presentamos. Nosotros llevamos la estrategia financiera y coordinamos a todas las partes: bancos, tasación, abogado, fiscalista, divisas, seguros, la inmobiliaria y el vendedor, hasta la firma ante notario. Frase final: «No intervenimos en la venta: la hacemos posible.»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[17:45 — 19:00] La llamada a la acción, con calma y sin arrogancia: «Me sabe mal tener tan poco tiempo; sé que estos días tienen muchísimas cosas. Pero hay mucho más que contarles, y puede ser muy importante para su negocio global y para su puerta de entrada a España. Organicemos una videollamada: les enseño las herramientas, hablamos con su equipo.» Frase clave: «Su primera gestión con España: conectar con nosotros.» Pide que escaneen el QR ahora, el mismo del roll-up: «Déjennos su nombre y su email y les mandamos un regalo: un viaje por España, con nuestro mapa interactivo, el vídeo de esta presentación y nuestro folleto.» Después, por email, les llegan las redes, el informe gratuito y la invitación a la videollamada. Calla unos segundos mientras escanean.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[19:00 — 19:30] Despacio: «Su cliente está pensando en España. Ahora ya saben a quién llamar.» Gracias. Deja el QR (el del roll-up) durante las preguntas (te quedan unos 2 minutos de margen para enrollarte).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[19:30 — final] El vídeo de España arranca solo, a pantalla completa, con la música de Dream Nest. Deja que suene: es el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Tras el vídeo: el QR se queda en pantalla durante las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ov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hook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wh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85500" y="63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2500" y="152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1023600" y="1028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buy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plor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assandr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differen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952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1041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917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quenc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54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342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219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esidenc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27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215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1092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numb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858500" y="2159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500" y="3048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96600" y="11811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ampl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762000" y="4826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4914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800100" y="5791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mistakes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541000" y="48387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49276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579100" y="58039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rvic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032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2120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2997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app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ol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905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1993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2870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Su regalo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Escanee aquí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t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los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B3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España · víde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showWhenStopped="1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lose (final)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España, sin sorpresas · Tampa 20 minutos</dc:title>
  <dc:subject/>
  <dc:creator>Dream Nest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
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— 0:30] First line, so it is clear who is speaking and from where: "I’m Cassandra, from Dream Nest. We are financial and mortgage strategists in Spain, regulated by the Bank of Spain." Then: "In 20 minutes I want you to leave with one idea: when a client says Spain, you already know who to call."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— 1:30] Real hands: "How many of you have had a client say ‘we’re thinking about Spain’?" Then: "Keep it up if you knew exactly what to answer." Laugh with the room. That gap is the opportunity: that’s where I come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 — 3:00] "Why Spain?" Ask the room first and let them answer. Then the six reasons, one line each, with your own experience: light and street life; healthcare and international schools; culture and Spanish; Europe on the doorstep with the euro and Schengen; a safe, regulated framework; a country looking ahead. Close with the yellow line: "Your client’s answer, live or own, changes the whole strategy. And that’s where I come in." No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[3:00 — 4:15] "You need to see this on your phone, right now." Ask them to scan the QR: it is the interactive map on our website, with a real photo of every province. Mention one or two areas you love, one line each. "When your client doesn’t know where, we start here." No prices.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[4:15 — 5:30] Your story in 60 seconds, no more: American from San Francisco, in Spain since your teens, twenty years in mortgage banking. "I know both sides of the table." And the team behind you: regulated by the Bank of Spain, E156. Bridge to block 3: "And this is where financial strategy comes in."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[5:30 — 6:00] The line they take home: "Spain is not difficult. It’s different." Surprises come from assuming Spain follows the American script. Bridge: "Let me show you just three differences that can cost your client the house."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[6:00 — 7:30] Difference 1, the sequence. Six steps they know by heart versus eleven new words. Explain ONLY two: arras (they commit money, sometimes before the bank has said anything) and the FEIN (the binding offer). "This is where a client loses money if nobody warns them. Call me BEFORE signing arras."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[7:30 — 9:15] Difference 2, the myth: "With a passport or a visa the mortgage gets easier." No. The bank looks at stability and at the use of the home. For the bank, a resident is someone who already lives here, and a job change can mean 2–3 tax years again. Often the smart move is to buy and finance BEFORE moving. "This is strategy, and it’s what I do." ⚠️ LCCI/Orden EHA/2899/2011 — verificar antes de publicar — financing is mentioned.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[9:15 — 10:15] "If you take a photo of one slide today, make it this one." Five numbers a bank looks at: up to ~80% for a main home in many cases, ~70% for second homes and investment, debt-to-income 30–35%, term 20–25 years, maximum age 75–80 when the loan ends. General references; every bank decides. Bridge: "Now let’s see how much cash it really takes." ⚠️ LCCI/Orden EHA/2899/2011 — verificar antes de publicar.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[10:15 — 12:00] Difference 3, the money. Ask before showing: "How much cash does your client need ready for a €500,000 home?" Then the breakdown: about €223,400 with the 5% cushion. "I run this number with every client before they fall in love with a house." Say it is an illustrative example, not an offer. ⚠️ LCCI/Orden EHA/2899/2011 — verificar antes de publicar — illustrative rate and payment, no APR.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[12:00 — 13:30] Quick game: read two or three quotes in the client’s voice and let the room shout "NO!". The good news: all of it is fixable if someone catches it before signing. "That someone is 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[13:30 — 15:00] Stay on the core business. For them: we ground their client’s project and say what is realistic before they commit; we define the financial and mortgage strategy; we coordinate every party through to signing; and we keep them updated without sharing finances. Trusted professionals only in passing: "and if you need them, we’ll introduce you." For their client: preliminary study, strategy and negotiation with the banks, coordination up to the keys and support after. Close with the yellow line: "Our core is your client’s financial strategy. Everything else, coordinated." ⚠️ LCCI/Orden EHA/2899/2011 — verificar antes de publicar — do not mention rates or payments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[15:00 — 15:45] The heart of it for this audience: "Your client is still your client even if they cross the Atlantic. You stay their trusted person; I’m your team in Spain." Look at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[15:45 — 17:00] How we work together: they introduce a client in seconds from the app, see how it progresses, and we take care of Spain. Red line: we never share your client’s finances. Real screens, demo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[17:00 — 17:45] Summary of block 3, right before the call to action. "The real estate transaction is yours." You handle the client relationship and the property deal, with your agency in Spain; if you don’t have one, we’ll introduce you. We handle the financial strategy and coordinate every party: banks, valuation, lawyer, tax adviser, FX, insurance, the agency and the seller, through to signing before a notary. Final line: "We don’t get involved in the sale: we make it possible."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[17:45 — 19:00] The call to action, calm and without arrogance: "I’m sorry we have so little time; I know these days are packed. But there is much more to tell you, and it can matter a lot for your global business and your gateway to Spain. Let’s set up a video call: I’ll show you the tools and we’ll talk with your team." Key line: "Your first step with Spain: connect with us." Ask them to scan the QR now, the same one as on the roll-up: "Leave us your name and email and we’ll send you a gift: a trip through Spain — our interactive map, this presentation video and our brochure." Then stay quiet for a few seconds while they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[19:00 — 19:30] Slowly: "Your client is thinking about Spain. Now you know who to call." Thank them. Leave the QR (the roll-up one) up during questions (you have about 2 minutes of margin).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[19:30 — end] The Spain video starts on its own, full screen, with the Dream Nest music. Let it play: it is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4.png"/><Relationship Id="rId4" Type="http://schemas.openxmlformats.org/officeDocument/2006/relationships/hyperlink" Target="https://form.dreamnestspain.com/contacto" TargetMode="Externa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cov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hook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why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985500" y="635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500" y="1524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1023600" y="10287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Your gift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Scan here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explorer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cassandra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different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795000" y="9525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10414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833100" y="19177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Your gift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Scan here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sequence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795000" y="2540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3429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833100" y="12192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Your gift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Scan here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residency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960100" y="1270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2159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998200" y="10922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Your gift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Scan here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numbers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858500" y="2159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500" y="3048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896600" y="11811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Your gift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Scan here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example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762000" y="48260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49149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800100" y="57912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Your gift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Scan here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mistakes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541000" y="48387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49276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579100" y="58039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Your gift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Scan here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services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partners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795000" y="20320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0" y="21209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833100" y="29972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Your gift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Scan here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partnerapp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roles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R card"/>
          <p:cNvSpPr/>
          <p:nvPr/>
        </p:nvSpPr>
        <p:spPr>
          <a:xfrm>
            <a:off x="10960100" y="1905000"/>
            <a:ext cx="111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D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R" descr="qr-contacto-rollup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1993900"/>
            <a:ext cx="863600" cy="863600"/>
          </a:xfrm>
          <a:prstGeom prst="rect">
            <a:avLst/>
          </a:prstGeom>
        </p:spPr>
      </p:pic>
      <p:sp>
        <p:nvSpPr>
          <p:cNvPr id="5" name="QR label"/>
          <p:cNvSpPr txBox="1"/>
          <p:nvPr/>
        </p:nvSpPr>
        <p:spPr>
          <a:xfrm>
            <a:off x="10998200" y="28702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C3B34"/>
                </a:solidFill>
                <a:latin typeface="Arial"/>
              </a:rPr>
              <a:t>Your gift</a:t>
            </a:r>
          </a:p>
          <a:p>
            <a:pPr algn="ctr"/>
            <a:r>
              <a:rPr sz="900" b="0">
                <a:solidFill>
                  <a:srgbClr val="1C3B34"/>
                </a:solidFill>
                <a:latin typeface="Arial"/>
              </a:rPr>
              <a:t>Scan here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cta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close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B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spaña · ví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Spain, Without the Surprises · Tampa 20 minutes (EN)</dc:title>
  <dc:subject/>
  <dc:creator>Dream Nest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